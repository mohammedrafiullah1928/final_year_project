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65A73"/>
                </a:solidFill>
              </a:defRPr>
            </a:pPr>
            <a:r>
              <a:t>Pedestrian Navigation with ESP32-CAM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i="1"/>
            </a:pPr>
            <a:r>
              <a:t>Real-time obstacle detection, mapping and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Pedestrians face hazards (potholes, obstacles) while walking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Existing navigation apps don't warn of local obstacles in real-time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Low-cost camera + edge/phone detection can fill this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Real-time obstacle detection and location reporting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Browser-based dashboard with live camera feed &amp; map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Low-cost hardware integration (ESP32-CAM)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Trainable custom models for pothole/crack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ESP32-CAM streams video (optional)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Browser or Python (YOLOv8) performs detection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Flask + Socket.IO server stores and broadcasts obstacles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Leaflet.js map shows geo-tagged obstacles in real-time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Detection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Prototype: TensorFlow.js COCO-SSD in browser (fast)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Server/desktop: YOLOv8 (Ultralytics) for higher accuracy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Planned: Custom YOLOv8 trained for potholes/cracks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Deduplication, distance-based warnings, configurable thresholds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Split-screen map + live camera (WebRTC or ESP32 stream)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Real-time WebSocket updates and analytics dashboard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Live detection panel with distance &amp; priority warnings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Permission diagnostic tool and mobile-friendly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ESP32-CAM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AI-Thinker ESP32-CAM (OV2640) streaming at /stream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FTDI programmer for uploads, 5V power, optional SD card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Mounting options: dashboard, helmet, chest, handlebar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Power: power bank or car USB for field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Demo (How to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Start Flask server: python web_app/server.py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Open: http://localhost:5000 (or phone on same WiFi)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Start camera and allow permissions (use external browser)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Optional: run esp32_detector.py to process ESP32 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Results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Higher accuracy with 75% threshold and YOLOv8 on backend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Deduplication prevents repeated alerts (30s cooldown)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Distance warnings: critical &lt;3m, warning &lt;10m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Real-time markers appear on map with user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Train and deploy custom pothole/crack model (YOLOv8)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Integrate ESP32-CAM as primary camera source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Improve tracking to persist obstacles across frames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User testing and dataset collection in target areas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65A73"/>
                </a:solidFill>
              </a:defRPr>
            </a:pPr>
            <a:r>
              <a:t>Contact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Your Name — Project Lead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Supervisor: Prof. [Name]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Repo: https://github.com/Mohammedrafiullah1928/FINAL_YEAR_PROJECT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Questions? demo@youremail.com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